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unknown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CAE8F7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018D9-70EA-5DC1-E506-AB4D5EAF2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5DB3D5-B079-4036-EFFA-DA7D71B6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B0AFCE-E39A-3D13-AED0-154A54E45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833E3D-5367-4A85-FB12-14FDA6CB2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CFF707-9225-D7CE-D191-9D264CE9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10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C3115-236C-3326-9D28-7FEE732CC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ACBBA4-6BF1-788A-5D4A-2F3447DDD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F5BF74-990B-A630-C054-455F285C0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4F47C7-53AB-170C-4549-16909DD5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522144-8408-7876-3027-A641AB5F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005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34A55-59F6-95D9-3687-E5EF3374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A67910-183C-D4CC-DEA6-841036D97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209AF3-308E-1110-F90F-1945CF7B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BDB5C6-ADE2-094B-DD53-F0A2B69F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A36CDF-695C-EAE7-B26C-0FFC9027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174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1CBEF-C9A6-0731-9076-E4256C4E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AABA8D-8997-FE6A-12E6-3F38FEE70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B8A1A1-A809-1444-16D5-AFFB0BE9D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3D6146-FFBD-8117-8E33-AF542C8D0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40E558-DE23-7B29-3BED-EEA29021D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6610E-8B9F-9AF0-0496-2CFD3190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2774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C6268-41B6-DC2D-EA89-2AF9CE46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3341B6-2542-7DB1-06F2-F7F0786F7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E06BFE-1138-2F47-1929-0EAB282A6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79A987-4FB8-1A74-E167-CAB776793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C5D6AEE-65C9-B791-3F34-BCD91F03A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06CEA9-390B-97A5-78F7-9F0A44E0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64D91D-9FC8-C216-C301-5246685CA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45C1828-66AC-1911-80CD-47528ED9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43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2B66D-D6CF-E7F8-7F25-E7492A4C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8E39D4-DEE5-88FC-03D7-77CA98FFD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D2EF36-6319-3DD7-9BB5-468AEE1D7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6046A4-991D-BD9C-7BAF-BA695FF9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117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ABACFA2-946B-B790-B0F5-39A99EAD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9348A35-CF93-D392-80B0-A0AD80ADC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554DD5-49AF-7138-6DF0-95B2D9BB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454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4232C-8D10-99A7-5C75-DEA0B46F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FF0B42-4341-BFDF-4AA0-25B56388B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D3093B-ECC3-25E1-AD51-972AFC9E7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DE0E4F-E864-52C8-5DD0-E7F6474F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B3B601-5B71-E33F-E4D2-AEF750120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9003EB-94AA-4420-3853-159FB99B0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08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C9BFC-9596-55C7-D157-30125FED3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EBAC948-545B-B865-458D-9043941FC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0B14E2-E064-1F9F-BA7A-09DFD7337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5C6297-903F-BF19-93C9-1ED1F57FA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DA3A8F-DF0C-843F-2354-C7605E17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2381CF-B71A-116D-6781-C91133F7F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233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42BDC-BE60-564C-EAAF-472794815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E1F021-192C-D55D-820B-17F17426E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C243C-EECD-C825-190A-5A9B43734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581368-AE21-BE95-0716-F4BAF1E8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B92AAB-1218-1957-9BAB-CBDD4095E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10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0F608C-CDA1-5F86-9A8B-F5F045613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7B24F0-A2A0-0C76-1BBF-E4BE4F367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523C1B-6B6B-A059-3474-AFDFA3EB1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CC7DF7-1518-49AC-0901-439D1035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D1A374-727C-2859-AFCF-32AD963B3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76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69028A6-34C4-2052-83CA-508E5A58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E7DE8B-61BE-9FEF-68C0-AEEAC375D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10557B-6D53-F01B-E051-E03254FA0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E0E5A-6E91-42EB-B79D-0EC004B36BC3}" type="datetimeFigureOut">
              <a:rPr lang="pt-BR" smtClean="0"/>
              <a:t>16/03/2025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80F5F5-466E-C3DD-64B3-10789A5B5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07B2A6-F023-4DEB-2036-92AC83BD8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62B0E-5093-4A07-B9C7-E2D8EFA700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18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gif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eb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77B5827-02D3-BE71-4747-FBCBAB9DB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450" y="5478020"/>
            <a:ext cx="2421019" cy="137998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92EAE4F-BC0D-FB7D-DCFE-153C7451E01F}"/>
              </a:ext>
            </a:extLst>
          </p:cNvPr>
          <p:cNvSpPr txBox="1"/>
          <p:nvPr/>
        </p:nvSpPr>
        <p:spPr>
          <a:xfrm>
            <a:off x="1460385" y="1038172"/>
            <a:ext cx="9271227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USO DE INTELIGÊNCIA ARTIFICIAL PARA PREVISÃO DE DESASTRES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AMBIENTAIS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140BF67-A753-264C-FF85-D46FD53E4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944" y="2197118"/>
            <a:ext cx="7062108" cy="381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7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ABFB1-5A26-C657-41FF-0916BCC68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CBEECA-990B-4F04-4A8E-7D71A2AC1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7B260C7-2785-593C-82E7-1AC645077798}"/>
              </a:ext>
            </a:extLst>
          </p:cNvPr>
          <p:cNvSpPr txBox="1"/>
          <p:nvPr/>
        </p:nvSpPr>
        <p:spPr>
          <a:xfrm>
            <a:off x="310243" y="506186"/>
            <a:ext cx="9271227" cy="405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INTRODUÇÃO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646ADD-326C-DDD7-2752-0A3414925712}"/>
              </a:ext>
            </a:extLst>
          </p:cNvPr>
          <p:cNvSpPr txBox="1"/>
          <p:nvPr/>
        </p:nvSpPr>
        <p:spPr>
          <a:xfrm>
            <a:off x="697224" y="1567543"/>
            <a:ext cx="100908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Variáveis </a:t>
            </a: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C</a:t>
            </a:r>
            <a:r>
              <a:rPr lang="pt-BR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omplexas: Condições climáticas, geográficas e ambientais;</a:t>
            </a:r>
          </a:p>
          <a:p>
            <a:endParaRPr lang="pt-BR" sz="2400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</a:rPr>
              <a:t>Grande volume de dados;</a:t>
            </a:r>
          </a:p>
          <a:p>
            <a:endParaRPr lang="pt-BR" sz="2400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</a:rPr>
              <a:t>Alertas tempestivos e assertivos;</a:t>
            </a:r>
            <a:endParaRPr lang="pt-BR" sz="24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026B793-0A43-6F5C-C167-79169F3804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574" y="3831814"/>
            <a:ext cx="468885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89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4BD2B-11D3-A287-12D0-213AF71F0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B3BE6C4-E152-CBD2-CB36-44D299562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4D96E29-3ECF-EC89-45BF-4637B4CE9EDD}"/>
              </a:ext>
            </a:extLst>
          </p:cNvPr>
          <p:cNvSpPr txBox="1"/>
          <p:nvPr/>
        </p:nvSpPr>
        <p:spPr>
          <a:xfrm>
            <a:off x="310243" y="506186"/>
            <a:ext cx="9271227" cy="405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PAPEL DA IA NA PREVENÇÃO DE DESASTRES NATURAIS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1EAD04-4643-155F-1ADA-D3E6E2DEAC28}"/>
              </a:ext>
            </a:extLst>
          </p:cNvPr>
          <p:cNvSpPr txBox="1"/>
          <p:nvPr/>
        </p:nvSpPr>
        <p:spPr>
          <a:xfrm>
            <a:off x="697224" y="1567543"/>
            <a:ext cx="9219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Fontes de dados: Sensores, satélites e redes de monitoramento;</a:t>
            </a:r>
            <a:endParaRPr lang="pt-BR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Picture 6" descr="O que é um anemômetro">
            <a:extLst>
              <a:ext uri="{FF2B5EF4-FFF2-40B4-BE49-F238E27FC236}">
                <a16:creationId xmlns:a16="http://schemas.microsoft.com/office/drawing/2014/main" id="{815FD247-7F9B-0F37-AD8A-AD1F070DE989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67" y="2404350"/>
            <a:ext cx="3240000" cy="2049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Beginner's guide to synthetic aperture radar (SAR) technology">
            <a:extLst>
              <a:ext uri="{FF2B5EF4-FFF2-40B4-BE49-F238E27FC236}">
                <a16:creationId xmlns:a16="http://schemas.microsoft.com/office/drawing/2014/main" id="{7FBF31C0-C503-52DE-83E5-C73254AEF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689" y="2404350"/>
            <a:ext cx="3643200" cy="2049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LiDAR Drone Systems: Using LiDAR Equipped UAVs">
            <a:extLst>
              <a:ext uri="{FF2B5EF4-FFF2-40B4-BE49-F238E27FC236}">
                <a16:creationId xmlns:a16="http://schemas.microsoft.com/office/drawing/2014/main" id="{8EA973EC-8B97-A390-9408-BF0D065DE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67" y="4722948"/>
            <a:ext cx="7177422" cy="182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Estação de Temperatura e Umidade do solo e Folhas - 300 metros - K6345 ::  Clima e Ambiente">
            <a:extLst>
              <a:ext uri="{FF2B5EF4-FFF2-40B4-BE49-F238E27FC236}">
                <a16:creationId xmlns:a16="http://schemas.microsoft.com/office/drawing/2014/main" id="{CD9A013F-C266-132C-F591-AD9F7F7B92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0" r="19419"/>
          <a:stretch/>
        </p:blipFill>
        <p:spPr bwMode="auto">
          <a:xfrm>
            <a:off x="8479111" y="2404350"/>
            <a:ext cx="2824843" cy="4143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1642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D60DB-1B92-96A6-DEB3-30A5AC20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E8D082-A3CA-25CB-3DE0-7F19D7CD3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AD55C48-B12A-C3B2-49DE-B3C16A448E89}"/>
              </a:ext>
            </a:extLst>
          </p:cNvPr>
          <p:cNvSpPr txBox="1"/>
          <p:nvPr/>
        </p:nvSpPr>
        <p:spPr>
          <a:xfrm>
            <a:off x="310243" y="506186"/>
            <a:ext cx="10683468" cy="83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PAPEL DA IA NA PREVENÇÃO DE DESASTRES NATURAIS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1 - ) Enchentes</a:t>
            </a:r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6A50BB-02C7-A7C3-AEB2-D64F257CEFF3}"/>
              </a:ext>
            </a:extLst>
          </p:cNvPr>
          <p:cNvSpPr txBox="1"/>
          <p:nvPr/>
        </p:nvSpPr>
        <p:spPr>
          <a:xfrm>
            <a:off x="531698" y="2435293"/>
            <a:ext cx="485902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Dados climáticos;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Dados da umidade do solo;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Dados do nível do rio;</a:t>
            </a:r>
          </a:p>
        </p:txBody>
      </p:sp>
      <p:pic>
        <p:nvPicPr>
          <p:cNvPr id="4" name="Picture 4" descr="Pesquisadores criam IA capaz de gerar imagens de futuras enchentes | CNN  Brasil">
            <a:extLst>
              <a:ext uri="{FF2B5EF4-FFF2-40B4-BE49-F238E27FC236}">
                <a16:creationId xmlns:a16="http://schemas.microsoft.com/office/drawing/2014/main" id="{2292E5A5-CF03-3CA7-CCE7-E113247101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19"/>
          <a:stretch/>
        </p:blipFill>
        <p:spPr bwMode="auto">
          <a:xfrm>
            <a:off x="5651977" y="2195049"/>
            <a:ext cx="5365436" cy="31581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17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A0B00-F1FE-0314-8C04-302770DE3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A95CD98-29F5-069E-EFFD-D10650492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35639EE-7AF1-C04E-40A9-1EA572A8D64E}"/>
              </a:ext>
            </a:extLst>
          </p:cNvPr>
          <p:cNvSpPr txBox="1"/>
          <p:nvPr/>
        </p:nvSpPr>
        <p:spPr>
          <a:xfrm>
            <a:off x="310243" y="506186"/>
            <a:ext cx="10683468" cy="83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PAPEL DA IA NA PREVENÇÃO DE DESASTRES NATURAIS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2 - ) </a:t>
            </a: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Incêndios Florestais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99E8E5-008E-0AEC-45D2-62938DFBE94E}"/>
              </a:ext>
            </a:extLst>
          </p:cNvPr>
          <p:cNvSpPr txBox="1"/>
          <p:nvPr/>
        </p:nvSpPr>
        <p:spPr>
          <a:xfrm>
            <a:off x="578312" y="1411359"/>
            <a:ext cx="101473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Uso de imagens de satélites para detectar focos de calor;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Previsão da propagação do fogo com base em clima e vegetação;</a:t>
            </a:r>
          </a:p>
        </p:txBody>
      </p:sp>
      <p:pic>
        <p:nvPicPr>
          <p:cNvPr id="6" name="Picture 6" descr="Inpe admite que satélite de referência, que registra focos de calor,  &quot;ultrapassou muito sua vida útil&quot; - Revista Globo Rural | Sustentabilidade">
            <a:extLst>
              <a:ext uri="{FF2B5EF4-FFF2-40B4-BE49-F238E27FC236}">
                <a16:creationId xmlns:a16="http://schemas.microsoft.com/office/drawing/2014/main" id="{EB3BDB75-2AE6-C38E-CF5A-85D71CB28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289" y="3111814"/>
            <a:ext cx="3743038" cy="32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omo os incêndios amazônicos são medidos do espaço? | Questão de Ciência">
            <a:extLst>
              <a:ext uri="{FF2B5EF4-FFF2-40B4-BE49-F238E27FC236}">
                <a16:creationId xmlns:a16="http://schemas.microsoft.com/office/drawing/2014/main" id="{94ED7745-B98A-33CB-A2B9-ED71BC8BB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711" y="3111814"/>
            <a:ext cx="4320000" cy="32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841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98800-6F26-B9A7-3CCF-FD07917C6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FD78657-88D9-AA38-E389-103A6115E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BF2B424-3019-B6C4-04E5-F1C2196ECE65}"/>
              </a:ext>
            </a:extLst>
          </p:cNvPr>
          <p:cNvSpPr txBox="1"/>
          <p:nvPr/>
        </p:nvSpPr>
        <p:spPr>
          <a:xfrm>
            <a:off x="310243" y="506186"/>
            <a:ext cx="9271227" cy="83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PAPEL DA IA NA PREVENÇÃO DE DESASTRES NATURAIS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3 - ) Secas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14" descr="Análise comparativa dos dados pluviométricos de satélite e de superfície em  bacia hidrográfica semiárida - Reativar Ambiental">
            <a:extLst>
              <a:ext uri="{FF2B5EF4-FFF2-40B4-BE49-F238E27FC236}">
                <a16:creationId xmlns:a16="http://schemas.microsoft.com/office/drawing/2014/main" id="{C3150EB5-446A-1ADF-31FC-80A3F8E8F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690" y="3641271"/>
            <a:ext cx="4102641" cy="28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EACE4F8-BEEC-6035-8D6B-9398C758F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310" y="3641271"/>
            <a:ext cx="3840000" cy="28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D55A7E5-CBCC-5EFF-9012-DB8036951E59}"/>
              </a:ext>
            </a:extLst>
          </p:cNvPr>
          <p:cNvSpPr txBox="1"/>
          <p:nvPr/>
        </p:nvSpPr>
        <p:spPr>
          <a:xfrm>
            <a:off x="578312" y="1411359"/>
            <a:ext cx="997741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Previsão de escassez hídrica e diminuição das reservas de água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Análise de dados de rios, reservatórios e água subterrânea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Alertas antecipados para uso consciente da água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340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404C6-5044-8AA4-4EA7-A4842D7E2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246A7E6-E5AE-55FB-6B62-FB23D51AC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AFB7298-96C2-6255-3098-0F75FE5B785B}"/>
              </a:ext>
            </a:extLst>
          </p:cNvPr>
          <p:cNvSpPr txBox="1"/>
          <p:nvPr/>
        </p:nvSpPr>
        <p:spPr>
          <a:xfrm>
            <a:off x="310243" y="506186"/>
            <a:ext cx="10564586" cy="83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PAPEL DA IA NA PREVENÇÃO DE DESASTRES NATURAIS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4 - ) </a:t>
            </a: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Terremotos e Deslizamentos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211AF13-C6D3-71B8-CD5D-EBA9A163A38F}"/>
              </a:ext>
            </a:extLst>
          </p:cNvPr>
          <p:cNvSpPr txBox="1"/>
          <p:nvPr/>
        </p:nvSpPr>
        <p:spPr>
          <a:xfrm>
            <a:off x="578312" y="1411359"/>
            <a:ext cx="105753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Monitoramento de atividades sísmicas e condições geológicas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Identificação de riscos e mitigação de impactos em áreas vulneráveis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FA9A15BA-6E88-034F-646D-632210971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357" y="2981019"/>
            <a:ext cx="5207000" cy="32402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Questões de Geo - Geral - Estuda.com ENEM">
            <a:extLst>
              <a:ext uri="{FF2B5EF4-FFF2-40B4-BE49-F238E27FC236}">
                <a16:creationId xmlns:a16="http://schemas.microsoft.com/office/drawing/2014/main" id="{C909FED5-ABF5-E4B5-72D7-9A763C73F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911" y="2981019"/>
            <a:ext cx="4471199" cy="32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505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10A7A-87B7-F8FC-7A20-6CA465AD8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28376BE-8235-BCAC-5C19-214D3D1B9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BADF402-3628-DD56-8C9A-7F23881DB76F}"/>
              </a:ext>
            </a:extLst>
          </p:cNvPr>
          <p:cNvSpPr txBox="1"/>
          <p:nvPr/>
        </p:nvSpPr>
        <p:spPr>
          <a:xfrm>
            <a:off x="310243" y="506186"/>
            <a:ext cx="10683468" cy="83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TECNOLOGIAS QUE APOIAM A IA NA PREVENÇÃO DE DESASTRES NATURAIS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1 - ) Enchentes</a:t>
            </a:r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268D37-E247-7532-4116-A70E2362CB21}"/>
              </a:ext>
            </a:extLst>
          </p:cNvPr>
          <p:cNvSpPr txBox="1"/>
          <p:nvPr/>
        </p:nvSpPr>
        <p:spPr>
          <a:xfrm>
            <a:off x="578312" y="1411359"/>
            <a:ext cx="80730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+mj-lt"/>
              <a:buAutoNum type="alphaLcParenR"/>
            </a:pP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</a:rPr>
              <a:t>AI-based Flood Prediction Systems (</a:t>
            </a:r>
            <a:r>
              <a:rPr lang="en-US" sz="2400" dirty="0" err="1">
                <a:latin typeface="Arial" panose="020B0604020202020204" pitchFamily="34" charset="0"/>
                <a:ea typeface="Calibri" panose="020F0502020204030204" pitchFamily="34" charset="0"/>
              </a:rPr>
              <a:t>HydroSense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</a:rPr>
              <a:t>); 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pt-BR" sz="2400" dirty="0" err="1">
                <a:latin typeface="Arial" panose="020B0604020202020204" pitchFamily="34" charset="0"/>
                <a:ea typeface="Calibri" panose="020F0502020204030204" pitchFamily="34" charset="0"/>
              </a:rPr>
              <a:t>DeepFlood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DF34C86-4D1C-E7F2-6B45-2D88A41B71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862" y="3111814"/>
            <a:ext cx="5458276" cy="32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4652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28691-105B-4A84-9270-154AD75A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7258C0E-3D87-E7D9-DC51-8AC589B29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12E4D4B-AB4A-B63D-EDA5-6F5BF910A25B}"/>
              </a:ext>
            </a:extLst>
          </p:cNvPr>
          <p:cNvSpPr txBox="1"/>
          <p:nvPr/>
        </p:nvSpPr>
        <p:spPr>
          <a:xfrm>
            <a:off x="310243" y="506186"/>
            <a:ext cx="10683468" cy="83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TECNOLOGIAS QUE APOIAM A IA NA PREVENÇÃO DE DESASTRES NATURAIS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2 - ) </a:t>
            </a: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Incêndios Florestais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18E0CB8-58D7-F785-6F3F-955B75A2EB91}"/>
              </a:ext>
            </a:extLst>
          </p:cNvPr>
          <p:cNvSpPr txBox="1"/>
          <p:nvPr/>
        </p:nvSpPr>
        <p:spPr>
          <a:xfrm>
            <a:off x="578312" y="1411359"/>
            <a:ext cx="40527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Google Earth </a:t>
            </a:r>
            <a:r>
              <a:rPr lang="pt-BR" sz="2400" dirty="0" err="1">
                <a:latin typeface="Arial" panose="020B0604020202020204" pitchFamily="34" charset="0"/>
                <a:ea typeface="Calibri" panose="020F0502020204030204" pitchFamily="34" charset="0"/>
              </a:rPr>
              <a:t>Engine</a:t>
            </a: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;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Drones com IA;</a:t>
            </a:r>
          </a:p>
        </p:txBody>
      </p:sp>
      <p:pic>
        <p:nvPicPr>
          <p:cNvPr id="4" name="Imagem 3" descr="Firefighting Drones | How are Drones Used for Fire Department? - JOUAV">
            <a:extLst>
              <a:ext uri="{FF2B5EF4-FFF2-40B4-BE49-F238E27FC236}">
                <a16:creationId xmlns:a16="http://schemas.microsoft.com/office/drawing/2014/main" id="{70576507-D00A-A706-9F9B-93339EB0FA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898" y="3111814"/>
            <a:ext cx="4856203" cy="32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5236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0E2690-D4D6-C49F-FBD2-3E0B5B39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9D6DA1F-29C2-68A3-79EA-25F98462E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013FD0-0D59-D24E-7280-B4807705C099}"/>
              </a:ext>
            </a:extLst>
          </p:cNvPr>
          <p:cNvSpPr txBox="1"/>
          <p:nvPr/>
        </p:nvSpPr>
        <p:spPr>
          <a:xfrm>
            <a:off x="310243" y="506186"/>
            <a:ext cx="10683468" cy="83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TECNOLOGIAS QUE APOIAM A IA NA PREVENÇÃO DE DESASTRES NATURAIS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3 - ) Secas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C65E2-EE62-9D4B-A9D4-81BE8C1A8FC5}"/>
              </a:ext>
            </a:extLst>
          </p:cNvPr>
          <p:cNvSpPr txBox="1"/>
          <p:nvPr/>
        </p:nvSpPr>
        <p:spPr>
          <a:xfrm>
            <a:off x="578312" y="1411359"/>
            <a:ext cx="66021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+mj-lt"/>
              <a:buAutoNum type="alphaLcParenR"/>
            </a:pPr>
            <a:r>
              <a:rPr lang="pt-BR" sz="2400" dirty="0" err="1">
                <a:latin typeface="Arial" panose="020B0604020202020204" pitchFamily="34" charset="0"/>
                <a:ea typeface="Calibri" panose="020F0502020204030204" pitchFamily="34" charset="0"/>
              </a:rPr>
              <a:t>Climate</a:t>
            </a: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ea typeface="Calibri" panose="020F0502020204030204" pitchFamily="34" charset="0"/>
              </a:rPr>
              <a:t>Prediction</a:t>
            </a: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 Center (CPC);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Irrigação Inteligente com IA (</a:t>
            </a:r>
            <a:r>
              <a:rPr lang="pt-BR" sz="2400" dirty="0" err="1">
                <a:latin typeface="Arial" panose="020B0604020202020204" pitchFamily="34" charset="0"/>
                <a:ea typeface="Calibri" panose="020F0502020204030204" pitchFamily="34" charset="0"/>
              </a:rPr>
              <a:t>AquaCrop</a:t>
            </a: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);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C3DC0FF-A642-2F1A-1B92-684A1590F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339" y="3111814"/>
            <a:ext cx="3269321" cy="32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323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62FED-A451-909E-E310-4220CDF37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AC3AB26-E5C2-3D39-1A1F-90D9CFDAA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9648311-4116-752F-02A8-BCD65FD3382D}"/>
              </a:ext>
            </a:extLst>
          </p:cNvPr>
          <p:cNvSpPr txBox="1"/>
          <p:nvPr/>
        </p:nvSpPr>
        <p:spPr>
          <a:xfrm>
            <a:off x="310243" y="506186"/>
            <a:ext cx="10564586" cy="83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TECNOLOGIAS QUE APOIAM A IA NA PREVENÇÃO DE DESASTRES NATURAIS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4 - ) </a:t>
            </a: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Terremotos e Deslizamentos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74B884-BA7E-B40B-A314-E8302902757B}"/>
              </a:ext>
            </a:extLst>
          </p:cNvPr>
          <p:cNvSpPr txBox="1"/>
          <p:nvPr/>
        </p:nvSpPr>
        <p:spPr>
          <a:xfrm>
            <a:off x="578312" y="1411359"/>
            <a:ext cx="65740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+mj-lt"/>
              <a:buAutoNum type="alphaLcParenR"/>
            </a:pPr>
            <a:r>
              <a:rPr lang="pt-BR" sz="2400" dirty="0" err="1">
                <a:latin typeface="Arial" panose="020B0604020202020204" pitchFamily="34" charset="0"/>
                <a:ea typeface="Calibri" panose="020F0502020204030204" pitchFamily="34" charset="0"/>
              </a:rPr>
              <a:t>TerraSAR</a:t>
            </a: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-X;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pt-BR" sz="2400" dirty="0" err="1">
                <a:latin typeface="Arial" panose="020B0604020202020204" pitchFamily="34" charset="0"/>
                <a:ea typeface="Calibri" panose="020F0502020204030204" pitchFamily="34" charset="0"/>
              </a:rPr>
              <a:t>Earthquake</a:t>
            </a: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 Early </a:t>
            </a:r>
            <a:r>
              <a:rPr lang="pt-BR" sz="2400" dirty="0" err="1">
                <a:latin typeface="Arial" panose="020B0604020202020204" pitchFamily="34" charset="0"/>
                <a:ea typeface="Calibri" panose="020F0502020204030204" pitchFamily="34" charset="0"/>
              </a:rPr>
              <a:t>Warning</a:t>
            </a: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 (</a:t>
            </a:r>
            <a:r>
              <a:rPr lang="pt-BR" sz="2400" dirty="0" err="1">
                <a:latin typeface="Arial" panose="020B0604020202020204" pitchFamily="34" charset="0"/>
                <a:ea typeface="Calibri" panose="020F0502020204030204" pitchFamily="34" charset="0"/>
              </a:rPr>
              <a:t>ShakeAlert</a:t>
            </a: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);</a:t>
            </a:r>
          </a:p>
        </p:txBody>
      </p:sp>
      <p:pic>
        <p:nvPicPr>
          <p:cNvPr id="4" name="Imagem 3" descr="TSX (TerraSAR-X) - eoPortal">
            <a:extLst>
              <a:ext uri="{FF2B5EF4-FFF2-40B4-BE49-F238E27FC236}">
                <a16:creationId xmlns:a16="http://schemas.microsoft.com/office/drawing/2014/main" id="{B8B77731-A237-7049-C83E-DC0CAA8B70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353" y="3111814"/>
            <a:ext cx="5741294" cy="32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195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D5DB3-49A7-AB12-A665-1B6F2E7E4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6E17B8F-1B18-EEE6-4140-3584ECC3C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568D29A-2DD1-3278-9C96-D7CC5A6813A2}"/>
              </a:ext>
            </a:extLst>
          </p:cNvPr>
          <p:cNvSpPr txBox="1"/>
          <p:nvPr/>
        </p:nvSpPr>
        <p:spPr>
          <a:xfrm>
            <a:off x="331151" y="506185"/>
            <a:ext cx="10564586" cy="405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 DE USO DA IA NA PREVENÇÃO DE DESASTRES NATURAIS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B003021-88DC-1BFC-E5AE-D65F36A04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711" y="1359760"/>
            <a:ext cx="4320000" cy="45303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F4FCFAB-065C-CC71-0E25-EB3A01878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628" y="1759243"/>
            <a:ext cx="4953372" cy="32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A69BD83-6B91-31EC-6ED2-12BC81ECE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5189" y="3840604"/>
            <a:ext cx="4449187" cy="25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0689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5EEEC-7812-2843-104F-4FD4D57E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AC10EBE-879A-8E6B-5221-89BB9DD81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E1BF6EC-78B7-EC4A-8995-C1FF04FCB5D2}"/>
              </a:ext>
            </a:extLst>
          </p:cNvPr>
          <p:cNvSpPr txBox="1"/>
          <p:nvPr/>
        </p:nvSpPr>
        <p:spPr>
          <a:xfrm>
            <a:off x="310244" y="506185"/>
            <a:ext cx="10564586" cy="405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USO DA IA NA PREVENÇÃO DE DESASTRES NATURAIS NO BRASIL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D57D522-FD4E-AD61-E679-27D32FC9C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824" y="3350351"/>
            <a:ext cx="3556224" cy="3240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E38DDAF-4182-B7AC-00D1-5E8327136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006" y="1469572"/>
            <a:ext cx="5244705" cy="48822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D2A2849-CC59-81EC-698B-C0933709D878}"/>
              </a:ext>
            </a:extLst>
          </p:cNvPr>
          <p:cNvSpPr txBox="1"/>
          <p:nvPr/>
        </p:nvSpPr>
        <p:spPr>
          <a:xfrm>
            <a:off x="578312" y="1411359"/>
            <a:ext cx="497924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400">
                <a:latin typeface="Arial" panose="020B0604020202020204" pitchFamily="34" charset="0"/>
                <a:ea typeface="Calibri" panose="020F0502020204030204" pitchFamily="34" charset="0"/>
              </a:rPr>
              <a:t>CEMADEN </a:t>
            </a: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– 2011;</a:t>
            </a:r>
          </a:p>
          <a:p>
            <a:pPr marL="914400" lvl="1" indent="-457200">
              <a:buFont typeface="+mj-lt"/>
              <a:buAutoNum type="alphaLcParenR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Monitora aproximadamente </a:t>
            </a:r>
          </a:p>
          <a:p>
            <a:pPr marL="914400" lvl="1" indent="-457200">
              <a:buAutoNum type="arabicPlain" startAt="1000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 municípios considerados </a:t>
            </a:r>
          </a:p>
          <a:p>
            <a:pPr lvl="1"/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críticos;</a:t>
            </a:r>
          </a:p>
        </p:txBody>
      </p:sp>
    </p:spTree>
    <p:extLst>
      <p:ext uri="{BB962C8B-B14F-4D97-AF65-F5344CB8AC3E}">
        <p14:creationId xmlns:p14="http://schemas.microsoft.com/office/powerpoint/2010/main" val="1133748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F6F04-1C4E-4BE2-1FA8-FEE8E86E5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3731349-6AC8-677F-507D-CF25A8E89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711" y="455616"/>
            <a:ext cx="888046" cy="50618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AB4E722-B78F-B6FD-FE6D-6A797957A4FF}"/>
              </a:ext>
            </a:extLst>
          </p:cNvPr>
          <p:cNvSpPr txBox="1"/>
          <p:nvPr/>
        </p:nvSpPr>
        <p:spPr>
          <a:xfrm>
            <a:off x="310243" y="506186"/>
            <a:ext cx="10564586" cy="39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DESAFIOS NO USO DE IA PARA PREVENÇÃO DE DESASTRES NATURAIS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A7F91E3-9E31-4B38-7C6B-3F50F8F7BB84}"/>
              </a:ext>
            </a:extLst>
          </p:cNvPr>
          <p:cNvSpPr txBox="1"/>
          <p:nvPr/>
        </p:nvSpPr>
        <p:spPr>
          <a:xfrm>
            <a:off x="578312" y="1411359"/>
            <a:ext cx="670728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Qualidade dos dados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Custo e acesso a tecnologias avançadas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ea typeface="Calibri" panose="020F0502020204030204" pitchFamily="34" charset="0"/>
              </a:rPr>
              <a:t>Integração entre sistemas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59864DC-ED54-F93F-15CE-51734B376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74"/>
          <a:stretch/>
        </p:blipFill>
        <p:spPr>
          <a:xfrm>
            <a:off x="2881630" y="3507650"/>
            <a:ext cx="5421811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3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F4563-3F28-4287-8C17-1D0FEB2B2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246D139-7F67-7E5A-295B-AD6225DE1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827" y="352125"/>
            <a:ext cx="3994341" cy="227677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54D0640-F528-7FE2-4D3A-3933CE8F7BD0}"/>
              </a:ext>
            </a:extLst>
          </p:cNvPr>
          <p:cNvSpPr txBox="1"/>
          <p:nvPr/>
        </p:nvSpPr>
        <p:spPr>
          <a:xfrm>
            <a:off x="2264907" y="2400298"/>
            <a:ext cx="7662182" cy="396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ENGENHARIA DA COMPUTAÇÃO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CARLOS ALEXANDRE ALVES CUNHA - 5º TERMO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CARLOS DANIEL DE NASCIMENTO SOUSA - 7° TERMO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GUILHERME ZAMBONI DEL MENICO - 7° TERMO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LEONARDO BALDO DA ROCHA - 5º TERMO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VINICIUS FERNANDES ESCOBEDO - 8º TERMO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pt-BR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BARRA BONITA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  <a:endParaRPr lang="pt-BR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210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389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Vinicius Fernandes</dc:creator>
  <cp:lastModifiedBy>Vinicius Fernandes</cp:lastModifiedBy>
  <cp:revision>15</cp:revision>
  <dcterms:created xsi:type="dcterms:W3CDTF">2025-03-16T19:08:44Z</dcterms:created>
  <dcterms:modified xsi:type="dcterms:W3CDTF">2025-03-17T00:19:15Z</dcterms:modified>
</cp:coreProperties>
</file>