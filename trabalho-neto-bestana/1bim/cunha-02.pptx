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8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DE811-2051-A60F-7756-7B6353BE1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0ABF80-4A82-A515-F8AF-9F58441AB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1EAE5-70CD-8793-EE9A-A4B516BF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C3A970-E0DB-B9EC-F6AA-4CDA02BD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A1CE74-9CEE-0373-839D-A0E60D0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5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65FEB-5255-DAFB-28D9-C0FEF31F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571E04-064A-212B-E5B5-4D5A11A2F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348628-F0FD-39F3-2F81-B9689C2F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D54570-8438-C42F-DFB0-2540E496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7B0656-9311-2D8D-2E25-CEEE8368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19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F5181-C910-11B4-9E3C-C05096D3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AFE1D1-EFC4-C7D3-73B4-AB80A74F3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FC9958-93F5-DA2D-27C0-A576B772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079507-BFC2-E9C4-828E-2CA8284A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A09D3B-4E0B-4278-5330-CF36233A3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70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10816-AB35-26E7-EFD9-8B07FD7D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7A4E79-3AFB-E468-AE06-1A68B92A5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048633-8E3C-8B76-C6C1-76A8F92E5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256578-D7A4-12FB-D6FE-54B792B4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333819-0E04-75B3-3A59-BC03ED45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31CC11-61DB-76E1-B2D5-1F8F9EE7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587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A1A28-76D4-6097-4087-8C978214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0D72EB-80C1-1CB8-7787-D1F799CCC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62B8CF-7C1A-0D2F-4F9D-C17B5BCE1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D6D101-CCA8-FE5B-FBBB-7CD8FAD3E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19B473-6380-2525-599B-2F1D734CC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0D941C-350C-A32A-3596-56EF554B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CDD46D-D804-2E20-232F-A208421D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B9BB5C5-BB5F-4516-E511-870F9167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65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2544C-C154-5DE3-7C24-7215EF4C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D044DB2-BFF2-D1BF-A4AA-9E69FF123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C7326B-20DD-C062-97A0-033591B9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D90609-3B45-A5AC-A9DB-3EED0242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82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E0DD492-67F9-23D6-3B90-ABEB248A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7EDF751-64CE-C1D0-CB7E-3EA3E0CF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43739A-F80F-EC86-1254-4D19D613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26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DC2B1-BAA9-1C48-541B-EF566F35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9A6F9E-692A-481B-7B20-BE703C98D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D13382-6EDE-F8E8-5904-FFDC141DD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CDF2FE-2D66-F2F2-664D-07C033AF7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676EA8-6B00-9525-E55E-358C1F46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2E5F87-B398-85B5-E50A-ABB4F4A8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19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D3B23-4A72-5612-249C-9ACFBAC8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265A7D5-3947-CC9A-2D25-9112417CAE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D9362D-DD3B-8BCC-2B86-605FC8D25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4A3AAD-8758-5D36-D192-DAE0114B7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8951F6-461C-9103-3B01-056FAD9DE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F2DD57-436E-DDB3-F333-A0BD4123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92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33CDB-4950-989C-067B-9460DD547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956AD4-EE18-8108-83B9-811530515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478348-F22A-F6E2-41DA-F1A645010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188233-A0FE-D1FE-83F1-18AA4D0D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9A608B-A0F5-7DDF-9016-4C7683CF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492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A18110-7564-B706-7C61-856A3D0BC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09B566-7CA2-6389-4945-B9027ADCA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158743-6110-D08D-B199-D97A7D767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3847B6-36E0-DDE6-032D-9F89952C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28DFBC-9D68-0D76-651E-CDB36897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00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84D18C-2667-CBF8-3311-B321CCAF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7AA84F-C84F-1190-710F-E3BFD9B7B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79911A-FFF5-411C-75A0-EF565BFD6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4AB82-9184-41C1-B0A6-D402054D1884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19444B-F2A6-8441-5948-70E16FA66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C0CC01-61F9-77A7-399B-9921C118D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98315-166B-4233-98BF-3ECE98CB49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67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CFDF7-0136-195E-E294-C242E5FB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Importância da IA na prevenção de desastres naturais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A4AFFC-6A8C-9796-2605-90862E02E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Papel fundamental na prevenção de possíveis desastres naturais</a:t>
            </a:r>
          </a:p>
          <a:p>
            <a:r>
              <a:rPr lang="pt-BR" dirty="0"/>
              <a:t>Machine Learning</a:t>
            </a:r>
          </a:p>
          <a:p>
            <a:r>
              <a:rPr lang="pt-BR" dirty="0" err="1"/>
              <a:t>Deep</a:t>
            </a:r>
            <a:r>
              <a:rPr lang="pt-BR" dirty="0"/>
              <a:t> Learning</a:t>
            </a:r>
          </a:p>
          <a:p>
            <a:r>
              <a:rPr lang="pt-BR" dirty="0"/>
              <a:t>Recebimento de dados em tempo real </a:t>
            </a:r>
          </a:p>
        </p:txBody>
      </p:sp>
      <p:pic>
        <p:nvPicPr>
          <p:cNvPr id="1030" name="Picture 6" descr="Deep Learning: Moda ou Realidade? - Neurotech">
            <a:extLst>
              <a:ext uri="{FF2B5EF4-FFF2-40B4-BE49-F238E27FC236}">
                <a16:creationId xmlns:a16="http://schemas.microsoft.com/office/drawing/2014/main" id="{E24A34DD-F7E5-FE41-F24E-97A5738E5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435" y="2557863"/>
            <a:ext cx="4945219" cy="3295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achine Learning e Deep Learning na automação de processos [Parte 1] -  LinuxPlace">
            <a:extLst>
              <a:ext uri="{FF2B5EF4-FFF2-40B4-BE49-F238E27FC236}">
                <a16:creationId xmlns:a16="http://schemas.microsoft.com/office/drawing/2014/main" id="{CE9B1776-8B99-F1FC-65AE-9466546C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846" y="3975099"/>
            <a:ext cx="1927277" cy="273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65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3D9B-4F76-010C-EEB1-82AE79090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782C6-3AC8-287E-906D-F3C2F172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Funcionamento da IA na prevenção de desastres naturais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5C6136-F957-0733-A382-5191C3C2F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Fontes de dados</a:t>
            </a:r>
          </a:p>
          <a:p>
            <a:pPr lvl="1"/>
            <a:r>
              <a:rPr lang="pt-BR" dirty="0"/>
              <a:t>Sensores</a:t>
            </a:r>
          </a:p>
          <a:p>
            <a:pPr lvl="1"/>
            <a:r>
              <a:rPr lang="pt-BR" dirty="0"/>
              <a:t>Satélites</a:t>
            </a:r>
          </a:p>
          <a:p>
            <a:pPr lvl="1"/>
            <a:r>
              <a:rPr lang="pt-BR" dirty="0"/>
              <a:t>Redes de monitoramento meteorológicos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As possíveis imagens que devem ser colocadas na apresentação final estão nos seguintes slides</a:t>
            </a:r>
          </a:p>
        </p:txBody>
      </p:sp>
    </p:spTree>
    <p:extLst>
      <p:ext uri="{BB962C8B-B14F-4D97-AF65-F5344CB8AC3E}">
        <p14:creationId xmlns:p14="http://schemas.microsoft.com/office/powerpoint/2010/main" val="906016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9E74-A12D-3A67-1EE6-0C910062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72859-FE44-D63C-2B94-05F8FEE3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Importância da IA na prevenção de desastres naturais</a:t>
            </a:r>
            <a:r>
              <a:rPr lang="pt-BR" dirty="0"/>
              <a:t> </a:t>
            </a:r>
          </a:p>
        </p:txBody>
      </p:sp>
      <p:pic>
        <p:nvPicPr>
          <p:cNvPr id="2052" name="Picture 4" descr="Estação meteorológica: como funciona e sua importância na agricultura">
            <a:extLst>
              <a:ext uri="{FF2B5EF4-FFF2-40B4-BE49-F238E27FC236}">
                <a16:creationId xmlns:a16="http://schemas.microsoft.com/office/drawing/2014/main" id="{6F33273C-6703-D183-46D1-68E22DCC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198" y="3348167"/>
            <a:ext cx="5264749" cy="35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 que é um anemômetro">
            <a:extLst>
              <a:ext uri="{FF2B5EF4-FFF2-40B4-BE49-F238E27FC236}">
                <a16:creationId xmlns:a16="http://schemas.microsoft.com/office/drawing/2014/main" id="{815FD247-7F9B-0F37-AD8A-AD1F070DE9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2" y="3177914"/>
            <a:ext cx="5818316" cy="368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eginner's guide to synthetic aperture radar (SAR) technology">
            <a:extLst>
              <a:ext uri="{FF2B5EF4-FFF2-40B4-BE49-F238E27FC236}">
                <a16:creationId xmlns:a16="http://schemas.microsoft.com/office/drawing/2014/main" id="{7FBF31C0-C503-52DE-83E5-C73254AEF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721" y="1005184"/>
            <a:ext cx="4165304" cy="234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95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4FDC-0AD7-E6E3-252A-A7B5B9775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2F1C9-C572-4F67-9EAF-CB6A3031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Importância da IA na prevenção de desastres naturais</a:t>
            </a:r>
            <a:r>
              <a:rPr lang="pt-BR" dirty="0"/>
              <a:t> </a:t>
            </a:r>
          </a:p>
        </p:txBody>
      </p:sp>
      <p:pic>
        <p:nvPicPr>
          <p:cNvPr id="3074" name="Picture 2" descr="Sensor de Nível de Água para Monitoramento Remoto HOBOnet RXW-WL-xx...">
            <a:extLst>
              <a:ext uri="{FF2B5EF4-FFF2-40B4-BE49-F238E27FC236}">
                <a16:creationId xmlns:a16="http://schemas.microsoft.com/office/drawing/2014/main" id="{7C970898-C3D6-0DC7-4603-5F0D19C581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052" y="3369039"/>
            <a:ext cx="4651948" cy="348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stação de Temperatura e Umidade do solo e Folhas - 300 metros - K6345 ::  Clima e Ambiente">
            <a:extLst>
              <a:ext uri="{FF2B5EF4-FFF2-40B4-BE49-F238E27FC236}">
                <a16:creationId xmlns:a16="http://schemas.microsoft.com/office/drawing/2014/main" id="{CD9A013F-C266-132C-F591-AD9F7F7B9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613" y="3932732"/>
            <a:ext cx="2925268" cy="292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iDAR Drone Systems: Using LiDAR Equipped UAVs">
            <a:extLst>
              <a:ext uri="{FF2B5EF4-FFF2-40B4-BE49-F238E27FC236}">
                <a16:creationId xmlns:a16="http://schemas.microsoft.com/office/drawing/2014/main" id="{8EA973EC-8B97-A390-9408-BF0D065DE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463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A83C-5AB0-FB24-F05D-6F2BB653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B64D6-B3A1-F38F-D74C-3A09A46C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Previsão de enchentes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B2939A-814F-9BF9-0A51-6A4CAAD71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Dados climáticos</a:t>
            </a:r>
          </a:p>
          <a:p>
            <a:r>
              <a:rPr lang="pt-BR" dirty="0"/>
              <a:t>Dados da umidade do solo</a:t>
            </a:r>
          </a:p>
          <a:p>
            <a:r>
              <a:rPr lang="pt-BR" dirty="0"/>
              <a:t>Dados do nível do rio</a:t>
            </a:r>
          </a:p>
        </p:txBody>
      </p:sp>
      <p:pic>
        <p:nvPicPr>
          <p:cNvPr id="4100" name="Picture 4" descr="Pesquisadores criam IA capaz de gerar imagens de futuras enchentes | CNN  Brasil">
            <a:extLst>
              <a:ext uri="{FF2B5EF4-FFF2-40B4-BE49-F238E27FC236}">
                <a16:creationId xmlns:a16="http://schemas.microsoft.com/office/drawing/2014/main" id="{2292E5A5-CF03-3CA7-CCE7-E1132471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438400"/>
            <a:ext cx="573405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25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293FC-0FA4-9057-3260-2972CFEB4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569AD-FAC3-C1D7-8803-B73CB6B2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Previsão e combate a incêndios florestais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1DA4AF-5091-DE02-24F6-E3B19A11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Uso de imagens de satélite para detectar focos de calor</a:t>
            </a:r>
          </a:p>
          <a:p>
            <a:r>
              <a:rPr lang="pt-BR" dirty="0"/>
              <a:t>Previsão da propagação do fogo com base em clima e vegetação</a:t>
            </a:r>
          </a:p>
        </p:txBody>
      </p:sp>
      <p:pic>
        <p:nvPicPr>
          <p:cNvPr id="5124" name="Picture 4" descr="Como os incêndios amazônicos são medidos do espaço? | Questão de Ciência">
            <a:extLst>
              <a:ext uri="{FF2B5EF4-FFF2-40B4-BE49-F238E27FC236}">
                <a16:creationId xmlns:a16="http://schemas.microsoft.com/office/drawing/2014/main" id="{94ED7745-B98A-33CB-A2B9-ED71BC8BB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3429000"/>
            <a:ext cx="43180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npe admite que satélite de referência, que registra focos de calor,  &quot;ultrapassou muito sua vida útil&quot; - Revista Globo Rural | Sustentabilidade">
            <a:extLst>
              <a:ext uri="{FF2B5EF4-FFF2-40B4-BE49-F238E27FC236}">
                <a16:creationId xmlns:a16="http://schemas.microsoft.com/office/drawing/2014/main" id="{EB3BDB75-2AE6-C38E-CF5A-85D71CB28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3067224"/>
            <a:ext cx="4159250" cy="360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869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31824-A095-174D-1AA0-528BC006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E0EBC-4CF1-E32B-6730-D8113DD0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Monitoramento de secas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ADE1E7-76EC-CE1C-D9C5-80B82F9DB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Previsão de escassez hídrica e diminuição das reservas de água</a:t>
            </a:r>
          </a:p>
          <a:p>
            <a:r>
              <a:rPr lang="pt-BR" dirty="0"/>
              <a:t>Análise de dados de rios, reservatórios e água subterrânea</a:t>
            </a:r>
          </a:p>
          <a:p>
            <a:r>
              <a:rPr lang="pt-BR" dirty="0"/>
              <a:t>Alertas antecipados para uso consciente da água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02FA904-AB0F-1806-D88E-7C41428B0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8" descr="Escassez de água: o que é, causas e consequências">
            <a:extLst>
              <a:ext uri="{FF2B5EF4-FFF2-40B4-BE49-F238E27FC236}">
                <a16:creationId xmlns:a16="http://schemas.microsoft.com/office/drawing/2014/main" id="{59462418-7C6D-E7C6-C49A-9A8DE417C7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EACE4F8-BEEC-6035-8D6B-9398C758F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600" y="3276600"/>
            <a:ext cx="4775200" cy="3581400"/>
          </a:xfrm>
          <a:prstGeom prst="rect">
            <a:avLst/>
          </a:prstGeom>
        </p:spPr>
      </p:pic>
      <p:pic>
        <p:nvPicPr>
          <p:cNvPr id="6158" name="Picture 14" descr="Análise comparativa dos dados pluviométricos de satélite e de superfície em  bacia hidrográfica semiárida - Reativar Ambiental">
            <a:extLst>
              <a:ext uri="{FF2B5EF4-FFF2-40B4-BE49-F238E27FC236}">
                <a16:creationId xmlns:a16="http://schemas.microsoft.com/office/drawing/2014/main" id="{C3150EB5-446A-1ADF-31FC-80A3F8E8F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3429000"/>
            <a:ext cx="4216400" cy="295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160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59F8-D057-0716-82A8-2EF80C7B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E544E-7C67-1F53-DEBE-4CBD3326B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Previsão de terremotos e deslizamentos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917E81-30FC-E74D-33B8-B69CDAFF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Monitoramento de atividades sísmicas e condições geológicas</a:t>
            </a:r>
          </a:p>
          <a:p>
            <a:r>
              <a:rPr lang="pt-BR" dirty="0"/>
              <a:t>Identificação de riscos e mitigação de impactos em áreas vulneráveis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9740F1A-3362-5565-10D4-5FDB620A1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8" descr="Escassez de água: o que é, causas e consequências">
            <a:extLst>
              <a:ext uri="{FF2B5EF4-FFF2-40B4-BE49-F238E27FC236}">
                <a16:creationId xmlns:a16="http://schemas.microsoft.com/office/drawing/2014/main" id="{F9A01926-1CC2-3236-5234-A4AA5A675C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178" name="Picture 10">
            <a:extLst>
              <a:ext uri="{FF2B5EF4-FFF2-40B4-BE49-F238E27FC236}">
                <a16:creationId xmlns:a16="http://schemas.microsoft.com/office/drawing/2014/main" id="{FA9A15BA-6E88-034F-646D-632210971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9" y="3487669"/>
            <a:ext cx="5207000" cy="324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Questões de Geo - Geral - Estuda.com ENEM">
            <a:extLst>
              <a:ext uri="{FF2B5EF4-FFF2-40B4-BE49-F238E27FC236}">
                <a16:creationId xmlns:a16="http://schemas.microsoft.com/office/drawing/2014/main" id="{C909FED5-ABF5-E4B5-72D7-9A763C73F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245" y="3210430"/>
            <a:ext cx="5033646" cy="364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940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167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Importância da IA na prevenção de desastres naturais </vt:lpstr>
      <vt:lpstr>Funcionamento da IA na prevenção de desastres naturais</vt:lpstr>
      <vt:lpstr>Importância da IA na prevenção de desastres naturais </vt:lpstr>
      <vt:lpstr>Importância da IA na prevenção de desastres naturais </vt:lpstr>
      <vt:lpstr>Previsão de enchentes</vt:lpstr>
      <vt:lpstr>Previsão e combate a incêndios florestais</vt:lpstr>
      <vt:lpstr>Monitoramento de secas</vt:lpstr>
      <vt:lpstr>Previsão de terremotos e deslizamentos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Carlinhos Cunha</dc:creator>
  <cp:lastModifiedBy>Carlinhos Cunha</cp:lastModifiedBy>
  <cp:revision>3</cp:revision>
  <dcterms:created xsi:type="dcterms:W3CDTF">2025-03-16T03:16:25Z</dcterms:created>
  <dcterms:modified xsi:type="dcterms:W3CDTF">2025-03-16T04:28:02Z</dcterms:modified>
</cp:coreProperties>
</file>