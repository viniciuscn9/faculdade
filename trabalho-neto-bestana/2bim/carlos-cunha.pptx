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2" r:id="rId5"/>
    <p:sldId id="261" r:id="rId6"/>
    <p:sldId id="263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7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C269A-F8C3-4FEB-ADB1-162EA2DEEB2D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13106D-AE7A-46A9-9BEC-67014C5E29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11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3106D-AE7A-46A9-9BEC-67014C5E29B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301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CD440-74AE-F46B-77C0-7B5B12F86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FD4C3F-E2A2-B5D2-F32E-F36CCA514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F21DA8A-418E-C09A-6FCA-862345F21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EF050-885B-F636-350E-C52CB0877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3106D-AE7A-46A9-9BEC-67014C5E29B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673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8AA4B-9B2E-7CBA-95E7-510ECAA3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8C3DB2-DD44-4501-5E2B-263BE24FD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374F92-4BE6-2278-DF2C-51D6A7E26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A34DFE-B916-CE02-1224-EF51EEBE4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3106D-AE7A-46A9-9BEC-67014C5E29B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114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3D7AD-1B72-A4B4-F0CB-50A62D39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03E641A-948E-1440-54F1-23DC7BDBC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C40243-F1F3-BA26-7392-C16FF4928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290F9C-F7B8-2D75-2AAC-015B60F38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3106D-AE7A-46A9-9BEC-67014C5E29B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57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619B-4882-BE49-CB6E-B42F5651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C609A1-991D-A1BC-A2C1-15E8468E2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8DE6D2-C581-4527-30BF-0AF05DBDE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3CB98E-7853-B117-0040-6BBEC340F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3106D-AE7A-46A9-9BEC-67014C5E29B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83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D132-9A0E-55ED-A555-D09659254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EAB2C9-FD3A-824F-7F53-FA6A500A9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26A6024-ABFC-A505-B54E-B0C45B6D0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12CB33-58F3-3795-7745-5885BE47F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3106D-AE7A-46A9-9BEC-67014C5E29B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244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2CB37-D00A-AF61-55AC-239BF26DA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133E8C-BB14-B2B6-5C52-2BEB26A29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35AF45-0CCE-2839-A44D-27291EEDF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1EBC0C-32FA-573C-8A10-83ACEDE94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3106D-AE7A-46A9-9BEC-67014C5E29B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898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206F7-1B7A-95B8-B04D-1AEA927E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94D54-3A91-C17B-1240-4AFA1F9BA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CD07BD4-89CE-1607-B627-13B29945B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BF45AD-B2D7-18AF-246B-4B25C051C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3106D-AE7A-46A9-9BEC-67014C5E29B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49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02F53-2248-4D3E-0020-58D6AE4AF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109D56-C070-FEA8-1128-1B589FE06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F1C454-4276-468B-E98B-F8D17D2D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5FCA79-6EBB-84DF-FD00-8FDC3505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7A685C-8CDF-A9F1-1C60-A534E5AF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18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A5D2A-00C8-E8C1-BA93-0AEDB4F81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C5F311-7A92-D143-161B-F2F37AFF8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846772-E50D-86E4-BD33-B9D86C4E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DC0145-8CED-ACAA-9C20-ACCC7615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5F9AB9-6A07-441F-0B85-82971102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13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B9E91-4BD9-0016-0E80-0BB99FC64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9CD766-7DBA-6808-CD5A-6D46E3ABA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E670DE-8CD3-3811-7266-B541B62B3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0D934E-6257-E0EC-C53B-C55FC602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D7AEFE-C282-5501-3F3D-951E1966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05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BECC4-257A-5000-FD1B-070CABB8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C79A27-8C0A-1A0D-B17F-870E80BD8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08379B-C5F4-DC3C-8ECD-C118BD9F5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F9A72A-273D-086B-4018-C4E4F491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749528-6E4E-AC09-F51E-ACC5186A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5F710C-3D03-90AA-D75B-6E7A189A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699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7E476-086B-DAFE-FDA0-CD767A766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69FBF9-F6E5-064E-60CF-4F3042167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5B0DA2-69FC-0387-3371-7F1AD69DF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D5EAC71-9A23-52F0-77CE-53415BD7F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40321A9-F398-8752-3A81-1ACC2CE7B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0732C78-7450-C79B-CC46-B62E6A71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407C6F-46F5-B345-EAD0-76A1CC6B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424A07-0029-33D8-6020-AF4A820E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885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8D03C-8B2F-446A-935C-1D31E696D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6EF151-F263-63BA-7213-68FA7DA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34122A2-592B-A87C-CC9F-74C58CD4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2040CA-CACD-0A9A-7289-D0EE7B7E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19BB706-4FD8-FB5C-6D8E-94CB55875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4AF6178-E767-91B1-2F3E-B085F791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F81AE7-C2BD-FC03-67F3-A2735C62D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527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85DAA-DE93-7EB6-3D72-04B0F878E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594B40-A0C7-C763-D04F-A2DF3D3DD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2E37D0-FD99-A461-B3CA-6F17F4CEE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3B69C7-1148-F5D0-BF09-1B48271A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6B20DF-5CF6-3E93-8C97-E910E898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78492B-5605-A68F-DD38-F32C6392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64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7A34C-93CD-CE39-0BEB-97663188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580AC69-0474-4963-9C57-7A535C90B5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DE79FA4-FE1F-4638-E188-81E096568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F81BDA-3D86-FC1D-DDD4-82BDAE3CF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801CD6-B05C-CDBE-7ADB-0BAF3478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C76332-224F-C172-0B1F-9BB3431C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706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4302D-4960-CC76-E81B-455FC337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48267C-18BA-E86D-EC8E-C58E3C185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91732F-D5F0-0939-6267-49BFBB9F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C8C130-4BF3-7653-0B9D-2A7EA45ED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855652-8B9B-8D3F-9FDC-AA8A631B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31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BCA410-EF06-6AC0-406D-896EB08EA7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C3F257-FB05-76EF-FC52-7C482C2EB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4FB367-9A90-47E0-36FC-3009B6EB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05AE3F-47B2-A5C2-84F4-48F676D5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79AECD-D0F7-C7AD-168F-3B00D1A3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66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6D3939-C217-0342-5292-3C205227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CB26E3-07D2-7807-EEF8-DF88D70BF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BC5389-2130-03DD-E1AF-BE2B83606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B2712-1187-442E-94E5-643C19AE245C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A974E1-2D28-4A1B-5DDE-DA9E6C7A2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FDA5F8-DEC2-D26B-1185-12B4089D1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3BB16-0B1D-4772-8DB8-C6123F5B78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971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7A9BB-EBBE-0B88-5A8F-6382EE5BD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SLIDES DO CARLOS CUNHA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3722D7-8CBF-A835-6C94-A44D29F00F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Introdução e principais resíduos gerados em construção civil</a:t>
            </a:r>
          </a:p>
        </p:txBody>
      </p:sp>
    </p:spTree>
    <p:extLst>
      <p:ext uri="{BB962C8B-B14F-4D97-AF65-F5344CB8AC3E}">
        <p14:creationId xmlns:p14="http://schemas.microsoft.com/office/powerpoint/2010/main" val="1816173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F26F3-631A-96B9-7F94-AD0726DB0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– O QUE SÃO RESÍDUOS SÓLIDOS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B831A6-069D-E251-617A-370CF0A1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Materiais descartados provenientes e resultantes de atividades humanas e processos naturais</a:t>
            </a:r>
          </a:p>
          <a:p>
            <a:r>
              <a:rPr lang="pt-BR" sz="2400" dirty="0"/>
              <a:t>Os resíduos podem ser encontrados em estado sólido ou semissólidos.</a:t>
            </a:r>
          </a:p>
          <a:p>
            <a:r>
              <a:rPr lang="pt-BR" sz="2400" dirty="0"/>
              <a:t>Precisam ser gerenciados de forma adequada.</a:t>
            </a:r>
          </a:p>
          <a:p>
            <a:r>
              <a:rPr lang="pt-BR" sz="2400" dirty="0"/>
              <a:t>Apresentam riscos a saúde publica e meio ambiente</a:t>
            </a:r>
          </a:p>
          <a:p>
            <a:r>
              <a:rPr lang="pt-BR" sz="2400" dirty="0"/>
              <a:t>O conceito foi regulamentado pela Politica Nacional de </a:t>
            </a:r>
            <a:r>
              <a:rPr lang="pt-BR" sz="2400" dirty="0" err="1"/>
              <a:t>Residuos</a:t>
            </a:r>
            <a:r>
              <a:rPr lang="pt-BR" sz="2400" dirty="0"/>
              <a:t> </a:t>
            </a:r>
            <a:r>
              <a:rPr lang="pt-BR" sz="2400" dirty="0" err="1"/>
              <a:t>Solidos</a:t>
            </a:r>
            <a:r>
              <a:rPr lang="pt-BR" sz="2400" dirty="0"/>
              <a:t> (Lei n° 12305/2010)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569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6063B-3238-F810-7FAF-0AC3FEEE2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97A51-085A-73AB-E43B-EFB2D6C8B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– O QUE SÃO RESÍDUOS SÓLIDOS – POSSIVEIS IMAGENS</a:t>
            </a:r>
          </a:p>
        </p:txBody>
      </p:sp>
      <p:pic>
        <p:nvPicPr>
          <p:cNvPr id="2052" name="Picture 4" descr="2.300+ Resíduos Sólidos Ilustração de stock, gráficos vetoriais e clipart  royalty-free - iStock">
            <a:extLst>
              <a:ext uri="{FF2B5EF4-FFF2-40B4-BE49-F238E27FC236}">
                <a16:creationId xmlns:a16="http://schemas.microsoft.com/office/drawing/2014/main" id="{02BEC083-868D-7C7A-B410-BE1CB40B6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8919"/>
            <a:ext cx="2820162" cy="282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Vetores de Residuos Solidos - Baixe vetores grátis de alta qualidade do  Freepik | Freepik">
            <a:extLst>
              <a:ext uri="{FF2B5EF4-FFF2-40B4-BE49-F238E27FC236}">
                <a16:creationId xmlns:a16="http://schemas.microsoft.com/office/drawing/2014/main" id="{A85660C1-2B99-7C5A-C229-94DA7D52E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482" y="2018918"/>
            <a:ext cx="3990285" cy="2820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ágina 3 | Vetores de Residuos Solidos Urbanos - Baixe vetores grátis de  alta qualidade do Freepik | Freepik">
            <a:extLst>
              <a:ext uri="{FF2B5EF4-FFF2-40B4-BE49-F238E27FC236}">
                <a16:creationId xmlns:a16="http://schemas.microsoft.com/office/drawing/2014/main" id="{79B09C67-3175-0026-9F8D-F4F303727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798" y="4664330"/>
            <a:ext cx="3902202" cy="219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93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1A593-7AAE-7593-68CB-8B53A20D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57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3A4A-C780-38F9-F9E4-198908E4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39D32-D84B-F580-C99C-D728C003A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RESÍDUOS SÓLIDOS GERADOS NA CONSTRUÇÃO CIVIL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E2CF0-A5AE-DA8D-DBDB-8F23845C9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Sacos plásticos, papeis e papelões</a:t>
            </a:r>
          </a:p>
          <a:p>
            <a:r>
              <a:rPr lang="pt-BR" sz="2400" dirty="0"/>
              <a:t>Resíduos de origem mineral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3074" name="Picture 2" descr="ilustrações, clipart, desenhos animados e ícones de construction waste, vector piles of building scrap - resíduos sólidos">
            <a:extLst>
              <a:ext uri="{FF2B5EF4-FFF2-40B4-BE49-F238E27FC236}">
                <a16:creationId xmlns:a16="http://schemas.microsoft.com/office/drawing/2014/main" id="{297DA831-C6FF-196E-9DC6-E4A6FD5A6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77" y="2267054"/>
            <a:ext cx="5343144" cy="293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ijolo Maciço Vermelho – Galuta Madeiras">
            <a:extLst>
              <a:ext uri="{FF2B5EF4-FFF2-40B4-BE49-F238E27FC236}">
                <a16:creationId xmlns:a16="http://schemas.microsoft.com/office/drawing/2014/main" id="{2E712CF6-8980-02CD-CF6F-29B45F2D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929" y="2718514"/>
            <a:ext cx="262890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Tijolo 8 Furos » MAMAconstru - Materiais de Construção | Dourados - MS">
            <a:extLst>
              <a:ext uri="{FF2B5EF4-FFF2-40B4-BE49-F238E27FC236}">
                <a16:creationId xmlns:a16="http://schemas.microsoft.com/office/drawing/2014/main" id="{95FB1DFD-0A71-207C-070F-32C5FD383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829" y="2837879"/>
            <a:ext cx="2439042" cy="21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Telha Cerâmica Romana - Capobiango">
            <a:extLst>
              <a:ext uri="{FF2B5EF4-FFF2-40B4-BE49-F238E27FC236}">
                <a16:creationId xmlns:a16="http://schemas.microsoft.com/office/drawing/2014/main" id="{74DF7A06-AC12-FBBC-0136-B24EC927B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361" y="457041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Pisos e revestimentos: saiba tudo que precisa aqui! - Construindo Casas">
            <a:extLst>
              <a:ext uri="{FF2B5EF4-FFF2-40B4-BE49-F238E27FC236}">
                <a16:creationId xmlns:a16="http://schemas.microsoft.com/office/drawing/2014/main" id="{6A4F3C3F-34C3-7C8E-6E56-4D19A1E96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829" y="4819442"/>
            <a:ext cx="3367282" cy="189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215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9A78-EFBE-84A9-EDEE-4B3B2320F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B4DAC-4B92-03CA-F9D3-9E7A8D07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RESÍDUOS SÓLIDOS GERADOS NA CONSTRUÇÃO CIVIL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9F9156-BC1F-A56F-E23A-FC4065DE4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Baldes metálicos de alumínio ou ferro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	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Madeiras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2" descr="ilustrações, clipart, desenhos animados e ícones de construction waste, vector piles of building scrap - resíduos sólidos">
            <a:extLst>
              <a:ext uri="{FF2B5EF4-FFF2-40B4-BE49-F238E27FC236}">
                <a16:creationId xmlns:a16="http://schemas.microsoft.com/office/drawing/2014/main" id="{582397A3-8065-2607-1806-6DC3CDE91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77" y="2267054"/>
            <a:ext cx="5343144" cy="293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erviflan - Home | Embalagens Metálicas">
            <a:extLst>
              <a:ext uri="{FF2B5EF4-FFF2-40B4-BE49-F238E27FC236}">
                <a16:creationId xmlns:a16="http://schemas.microsoft.com/office/drawing/2014/main" id="{E0391BC3-9178-8BF6-9808-BD7548D69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045" y="1374521"/>
            <a:ext cx="4004488" cy="344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laca de madeira para obras - Madeireira JR Alves">
            <a:extLst>
              <a:ext uri="{FF2B5EF4-FFF2-40B4-BE49-F238E27FC236}">
                <a16:creationId xmlns:a16="http://schemas.microsoft.com/office/drawing/2014/main" id="{FBA88B54-5050-018A-06BB-F236D674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773" y="4814710"/>
            <a:ext cx="2589031" cy="194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07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A5D74-999E-A8A2-C0C7-F448E618C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A42DA-CF71-45D5-413C-3E2B6C38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RESÍDUOS SÓLIDOS GERADOS NA CONSTRUÇÃO CIVIL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8B9D62-BE20-1CBA-85F2-DA7419F65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Sucatas de ferro e aço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	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dirty="0"/>
              <a:t>Concreto e pedras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Picture 2" descr="ilustrações, clipart, desenhos animados e ícones de construction waste, vector piles of building scrap - resíduos sólidos">
            <a:extLst>
              <a:ext uri="{FF2B5EF4-FFF2-40B4-BE49-F238E27FC236}">
                <a16:creationId xmlns:a16="http://schemas.microsoft.com/office/drawing/2014/main" id="{3B619CCD-3557-3CC3-5AA4-9D3157BD4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77" y="2267054"/>
            <a:ext cx="5343144" cy="293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Sucata De Ferro Empilhada Em Ferro Velho Contra Céu Imagem de Stock -  Imagem de escarpa, velho: 231093557">
            <a:extLst>
              <a:ext uri="{FF2B5EF4-FFF2-40B4-BE49-F238E27FC236}">
                <a16:creationId xmlns:a16="http://schemas.microsoft.com/office/drawing/2014/main" id="{A942546F-E50F-D57B-CB94-92A6B0EBA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108" y="2267054"/>
            <a:ext cx="2220099" cy="1665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esíduos da construção civil: um panorama sobre o descarte no Brasil">
            <a:extLst>
              <a:ext uri="{FF2B5EF4-FFF2-40B4-BE49-F238E27FC236}">
                <a16:creationId xmlns:a16="http://schemas.microsoft.com/office/drawing/2014/main" id="{4D7F36BA-B920-74A8-E258-27FD68A18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312" y="4373557"/>
            <a:ext cx="3218624" cy="239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35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44FFD-1098-8C19-710C-750EA6668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8D21E-FA80-A86F-BF42-536BC6158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RESÍDUOS SÓLIDOS GERADOS NA CONSTRUÇÃO CIVIL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582EBC-4A6F-6761-009E-4663ADC1B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Resíduos líquidos perigosos ao meio ambiente</a:t>
            </a:r>
            <a:endParaRPr lang="pt-BR" dirty="0"/>
          </a:p>
        </p:txBody>
      </p:sp>
      <p:pic>
        <p:nvPicPr>
          <p:cNvPr id="8196" name="Picture 4" descr="Qual o momento certo para iniciar a pintura em obra nova? | GoldenCor">
            <a:extLst>
              <a:ext uri="{FF2B5EF4-FFF2-40B4-BE49-F238E27FC236}">
                <a16:creationId xmlns:a16="http://schemas.microsoft.com/office/drawing/2014/main" id="{74B657A6-F32B-D490-0AC6-CD94D160E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458" y="2397252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Tipos de vernizes :: Banzo Engenharia">
            <a:extLst>
              <a:ext uri="{FF2B5EF4-FFF2-40B4-BE49-F238E27FC236}">
                <a16:creationId xmlns:a16="http://schemas.microsoft.com/office/drawing/2014/main" id="{031E4F83-21C2-6434-F4F6-3B6A8294B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97252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036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74F97-FC76-9C46-7682-F35033DD6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57A66-4FAE-1953-BF76-2FBC61DF2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RESÍDUOS SÓLIDOS GERADOS NA CONSTRUÇÃO CIVIL - CLASSIFICACAO</a:t>
            </a:r>
          </a:p>
        </p:txBody>
      </p:sp>
      <p:pic>
        <p:nvPicPr>
          <p:cNvPr id="4" name="Picture 2" descr="ilustrações, clipart, desenhos animados e ícones de construction waste, vector piles of building scrap - resíduos sólidos">
            <a:extLst>
              <a:ext uri="{FF2B5EF4-FFF2-40B4-BE49-F238E27FC236}">
                <a16:creationId xmlns:a16="http://schemas.microsoft.com/office/drawing/2014/main" id="{2ADE8D60-9743-2C86-1CC2-3995D7869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77" y="2267054"/>
            <a:ext cx="5343144" cy="2933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oleta de Resíduos de Construção Civil - Ambilixo">
            <a:extLst>
              <a:ext uri="{FF2B5EF4-FFF2-40B4-BE49-F238E27FC236}">
                <a16:creationId xmlns:a16="http://schemas.microsoft.com/office/drawing/2014/main" id="{F2198A0E-439D-5F48-EE9C-8D1BAF296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18283"/>
            <a:ext cx="4763643" cy="476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7995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160</Words>
  <Application>Microsoft Office PowerPoint</Application>
  <PresentationFormat>Widescreen</PresentationFormat>
  <Paragraphs>39</Paragraphs>
  <Slides>9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SLIDES DO CARLOS CUNHA</vt:lpstr>
      <vt:lpstr>INTRODUÇÃO – O QUE SÃO RESÍDUOS SÓLIDOS</vt:lpstr>
      <vt:lpstr>INTRODUÇÃO – O QUE SÃO RESÍDUOS SÓLIDOS – POSSIVEIS IMAGENS</vt:lpstr>
      <vt:lpstr>Apresentação do PowerPoint</vt:lpstr>
      <vt:lpstr>PRINCIPAIS RESÍDUOS SÓLIDOS GERADOS NA CONSTRUÇÃO CIVIL</vt:lpstr>
      <vt:lpstr>PRINCIPAIS RESÍDUOS SÓLIDOS GERADOS NA CONSTRUÇÃO CIVIL</vt:lpstr>
      <vt:lpstr>PRINCIPAIS RESÍDUOS SÓLIDOS GERADOS NA CONSTRUÇÃO CIVIL</vt:lpstr>
      <vt:lpstr>PRINCIPAIS RESÍDUOS SÓLIDOS GERADOS NA CONSTRUÇÃO CIVIL</vt:lpstr>
      <vt:lpstr>PRINCIPAIS RESÍDUOS SÓLIDOS GERADOS NA CONSTRUÇÃO CIVIL - CLASSIFICACAO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Cunha</dc:creator>
  <cp:lastModifiedBy>Carlos Cunha</cp:lastModifiedBy>
  <cp:revision>8</cp:revision>
  <dcterms:created xsi:type="dcterms:W3CDTF">2025-05-01T18:16:22Z</dcterms:created>
  <dcterms:modified xsi:type="dcterms:W3CDTF">2025-05-01T18:47:09Z</dcterms:modified>
</cp:coreProperties>
</file>